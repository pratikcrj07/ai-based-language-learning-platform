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35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DEFENCE · BACHELOR IN COMPUTER APPLICATION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Polli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Language Learning Application using NLP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lessons, grammar correction and chatbot practice for Android and iOS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Humagain &amp; Saurav Ghimire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Santosh Neupane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International College · Tribhuvan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5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like Duolingo, Babbel and Memrise rely on memorisation and fixed-answer drills. Learners get little feedback on their own sentences and few chances to practise real conversation.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E0F2EB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mobile language learning app</a:t>
            </a:r>
            <a:endParaRPr lang="en-US" sz="15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NLP for grammar correction, answer evaluation and a conversational chatbot</a:t>
            </a:r>
            <a:endParaRPr lang="en-US" sz="1500" dirty="0"/>
          </a:p>
          <a:p>
            <a:pPr marL="342900" indent="-342900" algn="just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and personalise learning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Polli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420624" cy="420624"/>
          </a:xfrm>
          <a:prstGeom prst="ellipse">
            <a:avLst/>
          </a:prstGeom>
          <a:solidFill>
            <a:srgbClr val="F5B9A1"/>
          </a:solidFill>
          <a:ln w="12700">
            <a:solidFill>
              <a:srgbClr val="F5B9A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(Expo), Zustand, Axios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1417320"/>
            <a:ext cx="420624" cy="420624"/>
          </a:xfrm>
          <a:prstGeom prst="ellipse">
            <a:avLst/>
          </a:prstGeom>
          <a:solidFill>
            <a:srgbClr val="BFE5D8"/>
          </a:solidFill>
          <a:ln w="12700">
            <a:solidFill>
              <a:srgbClr val="BFE5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423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Express, JWT, bcrypt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17320"/>
            <a:ext cx="420624" cy="420624"/>
          </a:xfrm>
          <a:prstGeom prst="ellipse">
            <a:avLst/>
          </a:prstGeom>
          <a:solidFill>
            <a:srgbClr val="D9D3F2"/>
          </a:solidFill>
          <a:ln w="12700">
            <a:solidFill>
              <a:srgbClr val="D9D3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423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 users, courses, lessons, progress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20240" cy="2103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1417320"/>
            <a:ext cx="420624" cy="420624"/>
          </a:xfrm>
          <a:prstGeom prst="ellipse">
            <a:avLst/>
          </a:prstGeom>
          <a:solidFill>
            <a:srgbClr val="F5B9A1"/>
          </a:solidFill>
          <a:ln w="12700">
            <a:solidFill>
              <a:srgbClr val="F5B9A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service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423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spaCy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talks to the backend over HTTPS. The backend reads and writes MongoDB and calls the Python NLP service for grammar, evaluation and chatbot replies.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Agile (Kanban) · about 60 days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F5B9A1"/>
          </a:solidFill>
          <a:ln w="12700">
            <a:solidFill>
              <a:srgbClr val="F5B9A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562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A1 to B1+ with Word, Sentence and Dialogue exercises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325880"/>
            <a:ext cx="365760" cy="365760"/>
          </a:xfrm>
          <a:prstGeom prst="ellipse">
            <a:avLst/>
          </a:prstGeom>
          <a:solidFill>
            <a:srgbClr val="BFE5D8"/>
          </a:solidFill>
          <a:ln w="12700">
            <a:solidFill>
              <a:srgbClr val="BFE5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562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and dialogue exercises checked instantly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25880"/>
            <a:ext cx="365760" cy="365760"/>
          </a:xfrm>
          <a:prstGeom prst="ellipse">
            <a:avLst/>
          </a:prstGeom>
          <a:solidFill>
            <a:srgbClr val="D9D3F2"/>
          </a:solidFill>
          <a:ln w="12700">
            <a:solidFill>
              <a:srgbClr val="D9D3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562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for scenario-based conversation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F5B9A1"/>
          </a:solidFill>
          <a:ln w="12700">
            <a:solidFill>
              <a:srgbClr val="F5B9A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393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time, streaks and accuracy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3108960"/>
            <a:ext cx="365760" cy="365760"/>
          </a:xfrm>
          <a:prstGeom prst="ellipse">
            <a:avLst/>
          </a:prstGeom>
          <a:solidFill>
            <a:srgbClr val="BFE5D8"/>
          </a:solidFill>
          <a:ln w="12700">
            <a:solidFill>
              <a:srgbClr val="BFE5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6393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lessons based on weak areas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29260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108960"/>
            <a:ext cx="365760" cy="365760"/>
          </a:xfrm>
          <a:prstGeom prst="ellipse">
            <a:avLst/>
          </a:prstGeom>
          <a:solidFill>
            <a:srgbClr val="D9D3F2"/>
          </a:solidFill>
          <a:ln w="12700">
            <a:solidFill>
              <a:srgbClr val="D9D3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63931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sign-up, login and profile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F5B9A1"/>
          </a:solidFill>
          <a:ln w="12700">
            <a:solidFill>
              <a:srgbClr val="F5B9A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+ Cosine Similarity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learner's answer with the expected sentence as vectors.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D9D3F2"/>
          </a:solidFill>
          <a:ln w="12700">
            <a:solidFill>
              <a:srgbClr val="D9D3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θ = A·B / ‖A‖‖B‖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5B6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≥ 0.7 = correct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280160"/>
            <a:ext cx="365760" cy="365760"/>
          </a:xfrm>
          <a:prstGeom prst="ellipse">
            <a:avLst/>
          </a:prstGeom>
          <a:solidFill>
            <a:srgbClr val="BFE5D8"/>
          </a:solidFill>
          <a:ln w="12700">
            <a:solidFill>
              <a:srgbClr val="BFE5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783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Naïve Bayes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the intent of a chat message from labelled examples.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338328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D9D3F2"/>
          </a:solidFill>
          <a:ln w="12700">
            <a:solidFill>
              <a:srgbClr val="D9D3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3383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P(C|X) = P(X|C)·P(C) / P(X)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5B6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probability class wins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280160"/>
            <a:ext cx="365760" cy="365760"/>
          </a:xfrm>
          <a:prstGeom prst="ellipse">
            <a:avLst/>
          </a:prstGeom>
          <a:solidFill>
            <a:srgbClr val="D9D3F2"/>
          </a:solidFill>
          <a:ln w="12700">
            <a:solidFill>
              <a:srgbClr val="D9D3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1783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Grammar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tags each word; rules check agreement, tense and articles.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383280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D9D3F2"/>
          </a:solidFill>
          <a:ln w="12700">
            <a:solidFill>
              <a:srgbClr val="D9D3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383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tags + grammar rules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5B6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found = correction shown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registration, course selection, answer evaluation, NLP grammar, logout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371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 passed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788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Vocabulary, grammar, chatbot, database, API, sessions, error handling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flow works end to end: sign in, learn, get NLP feedback, save progress.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0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B2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Android and iOS learning app with NLP feedback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design, easy to extend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unit and system tests passed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6350">
            <a:solidFill>
              <a:srgbClr val="DDE1F2"/>
            </a:solidFill>
            <a:prstDash val="solid"/>
          </a:ln>
          <a:effectLst>
            <a:outerShdw blurRad="76200" dist="25400" dir="5400000" algn="bl" rotWithShape="0">
              <a:srgbClr val="B8BEDD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intermediate level, few languages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for pronunciation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lessons and admin dashboard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 and scenarios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7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467</Words>
  <Application>Microsoft Office PowerPoint</Application>
  <PresentationFormat>On-screen Show (16:9)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pratik humagain</cp:lastModifiedBy>
  <cp:revision>3</cp:revision>
  <dcterms:created xsi:type="dcterms:W3CDTF">2026-10-06T17:46:27Z</dcterms:created>
  <dcterms:modified xsi:type="dcterms:W3CDTF">2026-10-13T10:41:21Z</dcterms:modified>
</cp:coreProperties>
</file>